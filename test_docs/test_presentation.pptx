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uses neural networks to learn representations from data. Convolutional Neural Networks (CNNs) are ideal for images.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